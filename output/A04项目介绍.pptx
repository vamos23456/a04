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第十七届全国大学生服务外包创新创业大赛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【A04】多模态AI互动式教学智能体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微软雅黑" panose="020B0503020204020204" charset="-122"/>
              </a:rPr>
              <a:t>基于多模态AI技术的互动式教学解决方案</a:t>
            </a:r>
            <a:endParaRPr sz="2000" b="0">
              <a:solidFill>
                <a:srgbClr val="BFDBF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  <a:latin typeface="微软雅黑" panose="020B0503020204020204" charset="-122"/>
              </a:rPr>
              <a:t>TDesign · AI Teaching Assistant</a:t>
            </a:r>
            <a:endParaRPr sz="1400" b="0">
              <a:solidFill>
                <a:srgbClr val="93C5F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产业背景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微软雅黑" panose="020B0503020204020204" charset="-122"/>
              </a:rPr>
              <a:t>AI教育产业蓬勃发展</a:t>
            </a:r>
            <a:endParaRPr sz="2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微软雅黑" panose="020B0503020204020204" charset="-122"/>
              </a:rPr>
              <a:t>• 人工智能技术正在深刻改变教育行业的面貌</a:t>
            </a:r>
            <a:endParaRPr sz="17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微软雅黑" panose="020B0503020204020204" charset="-122"/>
              </a:rPr>
              <a:t>• 智慧教育市场规模持续扩大，AI应用场景不断丰富</a:t>
            </a:r>
            <a:endParaRPr sz="17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微软雅黑" panose="020B0503020204020204" charset="-122"/>
              </a:rPr>
              <a:t>• 多模态AI技术成为教育科技创新的重要方向</a:t>
            </a:r>
            <a:endParaRPr sz="17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微软雅黑" panose="020B0503020204020204" charset="-122"/>
              </a:rPr>
              <a:t>• 个性化、智能化学习体验成为市场核心需求</a:t>
            </a:r>
            <a:endParaRPr sz="17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微软雅黑" panose="020B0503020204020204" charset="-122"/>
              </a:rPr>
              <a:t>• 教育数字化转型成为国家战略重点</a:t>
            </a:r>
            <a:endParaRPr sz="17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530352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政策背景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038860" y="1097280"/>
            <a:ext cx="54864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微软雅黑" panose="020B0503020204020204" charset="-122"/>
                <a:sym typeface="+mn-ea"/>
              </a:rPr>
              <a:t>国家政策大力支持</a:t>
            </a:r>
            <a:endParaRPr sz="2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微软雅黑" panose="020B0503020204020204" charset="-122"/>
              </a:rPr>
              <a:t>• 《教育信息化2.0行动计划》明确提出推进AI在教育中的应用</a:t>
            </a:r>
            <a:endParaRPr sz="17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微软雅黑" panose="020B0503020204020204" charset="-122"/>
              </a:rPr>
              <a:t>• 《新一代人工智能发展规划》将智能教育列为重点发展领域</a:t>
            </a:r>
            <a:endParaRPr sz="17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微软雅黑" panose="020B0503020204020204" charset="-122"/>
              </a:rPr>
              <a:t>• 教育部加快推进教育数字化，构建智能化教学环境</a:t>
            </a:r>
            <a:endParaRPr sz="17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微软雅黑" panose="020B0503020204020204" charset="-122"/>
              </a:rPr>
              <a:t>• "十四五"规划强调智慧教育体系建设</a:t>
            </a:r>
            <a:endParaRPr sz="17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微软雅黑" panose="020B0503020204020204" charset="-122"/>
              </a:rPr>
              <a:t>• 双减政策背景下，AI成为提升教学质量的重要手段</a:t>
            </a:r>
            <a:endParaRPr sz="17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530352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行业痛点分析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18288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微软雅黑" panose="020B0503020204020204" charset="-122"/>
              </a:rPr>
              <a:t>❌ 教学资源不均衡</a:t>
            </a:r>
            <a:endParaRPr sz="18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微软雅黑" panose="020B0503020204020204" charset="-122"/>
              </a:rPr>
              <a:t>优质教育资源集中在大城市，农村地区难以获得</a:t>
            </a:r>
            <a:endParaRPr sz="15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03520" cy="18288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微软雅黑" panose="020B0503020204020204" charset="-122"/>
              </a:rPr>
              <a:t>❌ 教学方式单一</a:t>
            </a:r>
            <a:endParaRPr sz="18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微软雅黑" panose="020B0503020204020204" charset="-122"/>
              </a:rPr>
              <a:t>传统课堂以教师为中心，学生参与度低</a:t>
            </a:r>
            <a:endParaRPr sz="15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303520" cy="18288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微软雅黑" panose="020B0503020204020204" charset="-122"/>
              </a:rPr>
              <a:t>❌ 个性化不足</a:t>
            </a:r>
            <a:endParaRPr sz="18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微软雅黑" panose="020B0503020204020204" charset="-122"/>
              </a:rPr>
              <a:t>统一教学难以满足不同学生的学习需求</a:t>
            </a:r>
            <a:endParaRPr sz="15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9360" y="3291840"/>
            <a:ext cx="5303520" cy="18288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微软雅黑" panose="020B0503020204020204" charset="-122"/>
              </a:rPr>
              <a:t>❌ 反馈周期长</a:t>
            </a:r>
            <a:endParaRPr sz="18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微软雅黑" panose="020B0503020204020204" charset="-122"/>
              </a:rPr>
              <a:t>作业批改耗时，教师难以实时掌握学生学习情况</a:t>
            </a:r>
            <a:endParaRPr sz="15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市场分析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0" y="109728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微软雅黑" panose="020B0503020204020204" charset="-122"/>
              </a:rPr>
              <a:t>教育市场巨大需求</a:t>
            </a:r>
            <a:endParaRPr sz="2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微软雅黑" panose="020B0503020204020204" charset="-122"/>
              </a:rPr>
              <a:t>全国中小学教师数量</a:t>
            </a:r>
            <a:endParaRPr sz="16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微软雅黑" panose="020B0503020204020204" charset="-122"/>
              </a:rPr>
              <a:t>1880万+</a:t>
            </a:r>
            <a:endParaRPr sz="20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微软雅黑" panose="020B0503020204020204" charset="-122"/>
              </a:rPr>
              <a:t>K12教育市场规模</a:t>
            </a:r>
            <a:endParaRPr sz="16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微软雅黑" panose="020B0503020204020204" charset="-122"/>
              </a:rPr>
              <a:t>万亿级</a:t>
            </a:r>
            <a:endParaRPr sz="20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微软雅黑" panose="020B0503020204020204" charset="-122"/>
              </a:rPr>
              <a:t>智慧教育渗透率</a:t>
            </a:r>
            <a:endParaRPr sz="16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微软雅黑" panose="020B0503020204020204" charset="-122"/>
              </a:rPr>
              <a:t>35%</a:t>
            </a:r>
            <a:endParaRPr sz="20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微软雅黑" panose="020B0503020204020204" charset="-122"/>
              </a:rPr>
              <a:t>AI教育年均增长率</a:t>
            </a:r>
            <a:endParaRPr sz="16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微软雅黑" panose="020B0503020204020204" charset="-122"/>
              </a:rPr>
              <a:t>25%</a:t>
            </a:r>
            <a:endParaRPr sz="20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74151"/>
                </a:solidFill>
                <a:latin typeface="微软雅黑" panose="020B0503020204020204" charset="-122"/>
              </a:rPr>
              <a:t>多模态AI互动式教学智能体致力于解决教育资源不均衡问题，市场前景广阔</a:t>
            </a:r>
            <a:endParaRPr sz="16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项目功能概述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微软雅黑" panose="020B0503020204020204" charset="-122"/>
              </a:rPr>
              <a:t>📚 智能知识管理</a:t>
            </a:r>
            <a:endParaRPr sz="16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支持多格式文档上传，
自动向量化存储检索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56616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微软雅黑" panose="020B0503020204020204" charset="-122"/>
              </a:rPr>
              <a:t>💬 智能问答系统</a:t>
            </a:r>
            <a:endParaRPr sz="16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基于RAG技术，
精准回答教学相关问题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56616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微软雅黑" panose="020B0503020204020204" charset="-122"/>
              </a:rPr>
              <a:t>📊 多模态交互</a:t>
            </a:r>
            <a:endParaRPr sz="16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3D可视化、动态展示，
增强学习体验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356616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118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微软雅黑" panose="020B0503020204020204" charset="-122"/>
              </a:rPr>
              <a:t>📝 教案自动生成</a:t>
            </a:r>
            <a:endParaRPr sz="16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4114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AI辅助教师
快速生成教案课件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97680" y="3474720"/>
            <a:ext cx="356616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6118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微软雅黑" panose="020B0503020204020204" charset="-122"/>
              </a:rPr>
              <a:t>🎯 个性化学习</a:t>
            </a:r>
            <a:endParaRPr sz="16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34840" y="4114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智能分析学习数据，
提供个性化推荐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138160" y="3474720"/>
            <a:ext cx="356616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6118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微软雅黑" panose="020B0503020204020204" charset="-122"/>
              </a:rPr>
              <a:t>📤 资源导出</a:t>
            </a:r>
            <a:endParaRPr sz="16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75320" y="4114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支持Word、PPT等
多格式文档导出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解决方案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07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微软雅黑" panose="020B0503020204020204" charset="-122"/>
              </a:rPr>
              <a:t>多模态AI互动式教学智能体解决方案</a:t>
            </a:r>
            <a:endParaRPr sz="24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457200" y="1828800"/>
            <a:ext cx="13716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59436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微软雅黑" panose="020B0503020204020204" charset="-122"/>
              </a:rPr>
              <a:t>1. 知识库构建</a:t>
            </a:r>
            <a:endParaRPr sz="1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 panose="020B0503020204020204" charset="-122"/>
              </a:rPr>
              <a:t>上传教学文档 → AI自动解析 → 向量化存储</a:t>
            </a:r>
            <a:endParaRPr sz="15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4"/>
            </p:custDataLst>
          </p:nvPr>
        </p:nvSpPr>
        <p:spPr>
          <a:xfrm>
            <a:off x="457200" y="2926080"/>
            <a:ext cx="1371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微软雅黑" panose="020B0503020204020204" charset="-122"/>
              </a:rPr>
              <a:t>2. 智能问答</a:t>
            </a:r>
            <a:endParaRPr sz="1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 panose="020B0503020204020204" charset="-122"/>
              </a:rPr>
              <a:t>用户提问 → RAG检索 → AI生成回答</a:t>
            </a:r>
            <a:endParaRPr sz="15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457200" y="4023360"/>
            <a:ext cx="13716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73152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微软雅黑" panose="020B0503020204020204" charset="-122"/>
              </a:rPr>
              <a:t>3. 多模态展示</a:t>
            </a:r>
            <a:endParaRPr sz="1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 panose="020B0503020204020204" charset="-122"/>
              </a:rPr>
              <a:t>3D模型 → 动态可视化 → 沉浸式学习</a:t>
            </a:r>
            <a:endParaRPr sz="15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457200" y="5120640"/>
            <a:ext cx="137160" cy="8229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73152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微软雅黑" panose="020B0503020204020204" charset="-122"/>
              </a:rPr>
              <a:t>4. 教案生成</a:t>
            </a:r>
            <a:endParaRPr sz="1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 panose="020B0503020204020204" charset="-122"/>
              </a:rPr>
              <a:t>输入课题 → AI分析 → 自动生成教案</a:t>
            </a:r>
            <a:endParaRPr sz="15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594360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核心技术 — RAG检索增强生成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08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微软雅黑" panose="020B0503020204020204" charset="-122"/>
              </a:rPr>
              <a:t>RAG技术架构</a:t>
            </a:r>
            <a:endParaRPr sz="2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基于向量数据库ChromaDB实现高效检索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调用智谱AI Embedding API实现文本向量化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支持公有知识库与私有知识库分离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多路召回策略提升检索准确性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上下文增强生成，答案更精准可靠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5486400" cy="1371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EB"/>
                </a:solidFill>
                <a:latin typeface="微软雅黑" panose="020B0503020204020204" charset="-122"/>
              </a:rPr>
              <a:t>核心技术优势：
结合检索与生成，既保证答案准确性，
又具备强大推理能力</a:t>
            </a:r>
            <a:endParaRPr sz="1400" b="0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核心技术 — 多模态内容处理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09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0" y="10972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微软雅黑" panose="020B0503020204020204" charset="-122"/>
              </a:rPr>
              <a:t>多模态内容处理能力</a:t>
            </a:r>
            <a:endParaRPr sz="2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0" y="1737360"/>
            <a:ext cx="6035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支持PDF、Word、PPT等多格式文档解析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文本内容智能分块与向量化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基于Three.js的3D可视化渲染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实时动态效果生成与展示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多模态内容融合与交互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0" y="5029200"/>
            <a:ext cx="603504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512064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59669"/>
                </a:solidFill>
                <a:latin typeface="微软雅黑" panose="020B0503020204020204" charset="-122"/>
              </a:rPr>
              <a:t>应用场景：
物理、化学实验3D模拟
数学几何可视化教学
生物结构动态展示</a:t>
            </a:r>
            <a:endParaRPr sz="1400" b="0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核心技术 — 智能教案生成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微软雅黑" panose="020B0503020204020204" charset="-122"/>
              </a:rPr>
              <a:t>AI教案自动生成</a:t>
            </a:r>
            <a:endParaRPr sz="2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输入教学课题，自动分析重难点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生成完整教学目标与教学流程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智能设计课堂互动环节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自动出题并提供参考答案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支持Word、PPT多格式导出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5486400" cy="1371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5309"/>
                </a:solidFill>
                <a:latin typeface="微软雅黑" panose="020B0503020204020204" charset="-122"/>
              </a:rPr>
              <a:t>效率提升：
传统教案制作时间 2-3小时
AI辅助制作时间 10-15分钟
效率提升 80%以上</a:t>
            </a:r>
            <a:endParaRPr sz="1400" b="0">
              <a:solidFill>
                <a:srgbClr val="B45309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产品优势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11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09728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微软雅黑" panose="020B0503020204020204" charset="-122"/>
              </a:rPr>
              <a:t>🚀 技术领先</a:t>
            </a:r>
            <a:endParaRPr sz="1800" b="1">
              <a:solidFill>
                <a:srgbClr val="3B82F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微软雅黑" panose="020B0503020204020204" charset="-122"/>
              </a:rPr>
              <a:t>自研RAG算法
多模态内容处理
智能教案生成</a:t>
            </a:r>
            <a:endParaRPr sz="15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4864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2344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微软雅黑" panose="020B0503020204020204" charset="-122"/>
              </a:rPr>
              <a:t>📚 内容丰富</a:t>
            </a:r>
            <a:endParaRPr sz="1800" b="1">
              <a:solidFill>
                <a:srgbClr val="10B98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微软雅黑" panose="020B0503020204020204" charset="-122"/>
              </a:rPr>
              <a:t>海量知识库
多学科覆盖
实时更新</a:t>
            </a:r>
            <a:endParaRPr sz="15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54864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109728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微软雅黑" panose="020B0503020204020204" charset="-122"/>
              </a:rPr>
              <a:t>💰 成本优势</a:t>
            </a:r>
            <a:endParaRPr sz="1800" b="1">
              <a:solidFill>
                <a:srgbClr val="F59E0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微软雅黑" panose="020B0503020204020204" charset="-122"/>
              </a:rPr>
              <a:t>相比竞品更低价格
免费基础功能
按需付费</a:t>
            </a:r>
            <a:endParaRPr sz="15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9360" y="3566160"/>
            <a:ext cx="54864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566160"/>
            <a:ext cx="109728" cy="228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366F1"/>
                </a:solidFill>
                <a:latin typeface="微软雅黑" panose="020B0503020204020204" charset="-122"/>
              </a:rPr>
              <a:t>👥 易用性强</a:t>
            </a:r>
            <a:endParaRPr sz="1800" b="1">
              <a:solidFill>
                <a:srgbClr val="6366F1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微软雅黑" panose="020B0503020204020204" charset="-122"/>
              </a:rPr>
              <a:t>界面友好直观
操作简单便捷
快速上手</a:t>
            </a:r>
            <a:endParaRPr sz="15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594360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产品实现 — 知识库管理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12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微软雅黑" panose="020B0503020204020204" charset="-122"/>
              </a:rPr>
              <a:t>知识库功能展示</a:t>
            </a:r>
            <a:endParaRPr sz="20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支持PDF、Word、PPT等格式文档上传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文档自动解析，智能分块处理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基于ChromaDB的向量存储与检索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公有知识库与私有知识库分离管理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知识库实时更新与维护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5486400" cy="1280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EB"/>
                </a:solidFill>
                <a:latin typeface="微软雅黑" panose="020B0503020204020204" charset="-122"/>
              </a:rPr>
              <a:t>Demo演示要点：
1. 上传一份初中数学文档
2. 系统自动解析并建立索引
3. 输入相关问题进行问答测试</a:t>
            </a:r>
            <a:endParaRPr sz="1400" b="0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产品实现 — 智能问答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13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微软雅黑" panose="020B0503020204020204" charset="-122"/>
              </a:rPr>
              <a:t>问答系统演示</a:t>
            </a:r>
            <a:endParaRPr sz="20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5760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自然语言理解，准确识别用户意图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RAG检索相关知识片段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AI综合分析生成准确答案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支持追问与上下文理解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答案可追溯，引用原始文档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0" y="5120640"/>
            <a:ext cx="5760720" cy="12801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52120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59669"/>
                </a:solidFill>
                <a:latin typeface="微软雅黑" panose="020B0503020204020204" charset="-122"/>
              </a:rPr>
              <a:t>Demo演示要点：
1. 登录系统进入问答界面
2. 提问数学/物理相关问题
3. 观察AI引用知识库的回答</a:t>
            </a:r>
            <a:endParaRPr sz="1400" b="0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产品实现 — 教案生成与导出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14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微软雅黑" panose="020B0503020204020204" charset="-122"/>
              </a:rPr>
              <a:t>教案生成演示</a:t>
            </a:r>
            <a:endParaRPr sz="20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输入课题名称，AI自动分析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生成完整教学目标与流程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智能设计课堂互动环节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一键导出Word/PDF教案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微软雅黑" panose="020B0503020204020204" charset="-122"/>
              </a:rPr>
              <a:t>• 导出精美PPT课件</a:t>
            </a:r>
            <a:endParaRPr sz="16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5486400" cy="12801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5309"/>
                </a:solidFill>
                <a:latin typeface="微软雅黑" panose="020B0503020204020204" charset="-122"/>
              </a:rPr>
              <a:t>Demo演示要点：
1. 输入"勾股定理"作为课题
2. 观察AI生成完整教案
3. 点击导出Word/PDF/PTT</a:t>
            </a:r>
            <a:endParaRPr sz="1400" b="0">
              <a:solidFill>
                <a:srgbClr val="B45309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盈利模式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15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09728" cy="2286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7280"/>
                </a:solidFill>
                <a:latin typeface="微软雅黑" panose="020B0503020204020204" charset="-122"/>
              </a:rPr>
              <a:t>💎 基础版（免费）</a:t>
            </a:r>
            <a:endParaRPr sz="1800" b="1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功能：基础问答、文档上传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限制：每日10次问答、1GB存储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4864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109728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💎 专业版（99元/月）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功能：无限制问答、10GB存储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教案生成、优先客服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54864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109728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3AED"/>
                </a:solidFill>
                <a:latin typeface="微软雅黑" panose="020B0503020204020204" charset="-122"/>
              </a:rPr>
              <a:t>💎 机构版（499元/月）</a:t>
            </a:r>
            <a:endParaRPr sz="1800" b="1">
              <a:solidFill>
                <a:srgbClr val="7C3AE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功能：多用户管理、无限存储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API接口、私有部署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9360" y="3566160"/>
            <a:ext cx="54864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566160"/>
            <a:ext cx="109728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微软雅黑" panose="020B0503020204020204" charset="-122"/>
              </a:rPr>
              <a:t>🎯 增值服务</a:t>
            </a:r>
            <a:endParaRPr sz="18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定制化开发服务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8368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教师培训服务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教育内容合作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594360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竞争分析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16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56616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56616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学习通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功能单一，无智能问答
无教案自动生成
收费较高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56616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566160" cy="7315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其他AI助手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通用AI，不专注教育
无知识库管理
无教案导出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38160" y="1097280"/>
            <a:ext cx="356616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566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TDesign
我们的产品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微软雅黑" panose="020B0503020204020204" charset="-122"/>
              </a:rPr>
              <a:t>专注教育场景
RAG+多模态技术
价格实惠/免费</a:t>
            </a:r>
            <a:endParaRPr sz="14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微软雅黑" panose="020B0503020204020204" charset="-122"/>
              </a:rPr>
              <a:t>核心优势：专注教育 + RAG技术 + 多模态交互 + 价格优势</a:t>
            </a:r>
            <a:endParaRPr sz="16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676656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财务预测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17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微软雅黑" panose="020B0503020204020204" charset="-122"/>
              </a:rPr>
              <a:t>未来三年财务预测（单位：万元）</a:t>
            </a:r>
            <a:endParaRPr sz="20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7432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项目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27432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第一年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0" y="1737360"/>
            <a:ext cx="27432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第二年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0" y="1737360"/>
            <a:ext cx="27432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第三年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974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微软雅黑" panose="020B0503020204020204" charset="-122"/>
              </a:rPr>
              <a:t>收入</a:t>
            </a:r>
            <a:endParaRPr sz="16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0400" y="256032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6974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微软雅黑" panose="020B0503020204020204" charset="-122"/>
              </a:rPr>
              <a:t>50</a:t>
            </a:r>
            <a:endParaRPr sz="16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3600" y="256032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6974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微软雅黑" panose="020B0503020204020204" charset="-122"/>
              </a:rPr>
              <a:t>200</a:t>
            </a:r>
            <a:endParaRPr sz="16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686800" y="256032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6974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微软雅黑" panose="020B0503020204020204" charset="-122"/>
              </a:rPr>
              <a:t>500</a:t>
            </a:r>
            <a:endParaRPr sz="16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3383280"/>
            <a:ext cx="2743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微软雅黑" panose="020B0503020204020204" charset="-122"/>
              </a:rPr>
              <a:t>成本</a:t>
            </a:r>
            <a:endParaRPr sz="16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00400" y="3383280"/>
            <a:ext cx="2743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520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微软雅黑" panose="020B0503020204020204" charset="-122"/>
              </a:rPr>
              <a:t>30</a:t>
            </a:r>
            <a:endParaRPr sz="16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3600" y="3383280"/>
            <a:ext cx="2743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520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微软雅黑" panose="020B0503020204020204" charset="-122"/>
              </a:rPr>
              <a:t>80</a:t>
            </a:r>
            <a:endParaRPr sz="16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686800" y="3383280"/>
            <a:ext cx="2743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520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微软雅黑" panose="020B0503020204020204" charset="-122"/>
              </a:rPr>
              <a:t>150</a:t>
            </a:r>
            <a:endParaRPr sz="16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420624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微软雅黑" panose="020B0503020204020204" charset="-122"/>
              </a:rPr>
              <a:t>利润</a:t>
            </a:r>
            <a:endParaRPr sz="16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00400" y="420624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微软雅黑" panose="020B0503020204020204" charset="-122"/>
              </a:rPr>
              <a:t>20</a:t>
            </a:r>
            <a:endParaRPr sz="16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43600" y="420624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微软雅黑" panose="020B0503020204020204" charset="-122"/>
              </a:rPr>
              <a:t>120</a:t>
            </a:r>
            <a:endParaRPr sz="16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686800" y="420624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微软雅黑" panose="020B0503020204020204" charset="-122"/>
              </a:rPr>
              <a:t>350</a:t>
            </a:r>
            <a:endParaRPr sz="16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微软雅黑" panose="020B0503020204020204" charset="-122"/>
              </a:rPr>
              <a:t>预计三年内实现盈利，第五年收入突破1000万元</a:t>
            </a:r>
            <a:endParaRPr sz="18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7200" y="621792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团队介绍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18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微软雅黑" panose="020B0503020204020204" charset="-122"/>
              </a:rPr>
              <a:t>核心开发团队</a:t>
            </a:r>
            <a:endParaRPr sz="20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011680" cy="2560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9CA3AF"/>
                </a:solidFill>
                <a:latin typeface="微软雅黑" panose="020B0503020204020204" charset="-122"/>
              </a:rPr>
              <a:t>[头像]</a:t>
            </a:r>
            <a:endParaRPr sz="4000" b="0">
              <a:solidFill>
                <a:srgbClr val="9CA3A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队长/前端开发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微软雅黑" panose="020B0503020204020204" charset="-122"/>
              </a:rPr>
              <a:t>负责整体架构设计与核心功能开发</a:t>
            </a:r>
            <a:endParaRPr sz="9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0" y="1554480"/>
            <a:ext cx="2011680" cy="2560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7373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9CA3AF"/>
                </a:solidFill>
                <a:latin typeface="微软雅黑" panose="020B0503020204020204" charset="-122"/>
              </a:rPr>
              <a:t>[头像]</a:t>
            </a:r>
            <a:endParaRPr sz="4000" b="0">
              <a:solidFill>
                <a:srgbClr val="9CA3A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320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后端开发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微软雅黑" panose="020B0503020204020204" charset="-122"/>
              </a:rPr>
              <a:t>负责RAG系统与数据库架构</a:t>
            </a:r>
            <a:endParaRPr sz="9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0" y="1554480"/>
            <a:ext cx="2011680" cy="2560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7373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9CA3AF"/>
                </a:solidFill>
                <a:latin typeface="微软雅黑" panose="020B0503020204020204" charset="-122"/>
              </a:rPr>
              <a:t>[头像]</a:t>
            </a:r>
            <a:endParaRPr sz="4000" b="0">
              <a:solidFill>
                <a:srgbClr val="9CA3A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算法工程师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微软雅黑" panose="020B0503020204020204" charset="-122"/>
              </a:rPr>
              <a:t>负责AI模型优化与多模态处理</a:t>
            </a:r>
            <a:endParaRPr sz="9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15200" y="1554480"/>
            <a:ext cx="2011680" cy="2560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7373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9CA3AF"/>
                </a:solidFill>
                <a:latin typeface="微软雅黑" panose="020B0503020204020204" charset="-122"/>
              </a:rPr>
              <a:t>[头像]</a:t>
            </a:r>
            <a:endParaRPr sz="4000" b="0">
              <a:solidFill>
                <a:srgbClr val="9CA3A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UI/UX设计师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微软雅黑" panose="020B0503020204020204" charset="-122"/>
              </a:rPr>
              <a:t>负责界面设计与用户体验优化</a:t>
            </a:r>
            <a:endParaRPr sz="9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601200" y="1554480"/>
            <a:ext cx="2011680" cy="2560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7373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9CA3AF"/>
                </a:solidFill>
                <a:latin typeface="微软雅黑" panose="020B0503020204020204" charset="-122"/>
              </a:rPr>
              <a:t>[头像]</a:t>
            </a:r>
            <a:endParaRPr sz="4000" b="0">
              <a:solidFill>
                <a:srgbClr val="9CA3A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测试工程师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微软雅黑" panose="020B0503020204020204" charset="-122"/>
              </a:rPr>
              <a:t>负责系统测试与质量保证</a:t>
            </a:r>
            <a:endParaRPr sz="9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微软雅黑" panose="020B0503020204020204" charset="-122"/>
              </a:rPr>
              <a:t>指导老师</a:t>
            </a:r>
            <a:endParaRPr sz="20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86000" y="4846320"/>
            <a:ext cx="2286000" cy="1645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4983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9CA3AF"/>
                </a:solidFill>
                <a:latin typeface="微软雅黑" panose="020B0503020204020204" charset="-122"/>
              </a:rPr>
              <a:t>[头像]</a:t>
            </a:r>
            <a:endParaRPr sz="3000" b="0">
              <a:solidFill>
                <a:srgbClr val="9CA3A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8600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微软雅黑" panose="020B0503020204020204" charset="-122"/>
              </a:rPr>
              <a:t>施佩</a:t>
            </a:r>
            <a:endParaRPr sz="14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86000" y="61264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指导老师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943600" y="4846320"/>
            <a:ext cx="2286000" cy="1645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983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9CA3AF"/>
                </a:solidFill>
                <a:latin typeface="微软雅黑" panose="020B0503020204020204" charset="-122"/>
              </a:rPr>
              <a:t>[头像]</a:t>
            </a:r>
            <a:endParaRPr sz="3000" b="0">
              <a:solidFill>
                <a:srgbClr val="9CA3A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微软雅黑" panose="020B0503020204020204" charset="-122"/>
              </a:rPr>
              <a:t>孙家栋</a:t>
            </a:r>
            <a:endParaRPr sz="14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43600" y="61264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指导老师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676656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TDesign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未来展望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60175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19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566160" cy="4846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56616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短期目标（2026年）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微软雅黑" panose="020B0503020204020204" charset="-122"/>
              </a:rPr>
              <a:t>✓ 完成产品核心功能迭代优化</a:t>
            </a:r>
            <a:endParaRPr sz="13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微软雅黑" panose="020B0503020204020204" charset="-122"/>
              </a:rPr>
              <a:t>✓ 在3-5所学校开展试点应用</a:t>
            </a:r>
            <a:endParaRPr sz="13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微软雅黑" panose="020B0503020204020204" charset="-122"/>
              </a:rPr>
              <a:t>✓ 收集用户反馈，持续改进体验</a:t>
            </a:r>
            <a:endParaRPr sz="13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566160" cy="4846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56616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中期目标（2027年）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6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微软雅黑" panose="020B0503020204020204" charset="-122"/>
              </a:rPr>
              <a:t>✓ 拓展K12全学科覆盖</a:t>
            </a:r>
            <a:endParaRPr sz="13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微软雅黑" panose="020B0503020204020204" charset="-122"/>
              </a:rPr>
              <a:t>✓ 开发移动端应用</a:t>
            </a:r>
            <a:endParaRPr sz="13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3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微软雅黑" panose="020B0503020204020204" charset="-122"/>
              </a:rPr>
              <a:t>✓ 启动商业化运营</a:t>
            </a:r>
            <a:endParaRPr sz="13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38160" y="1097280"/>
            <a:ext cx="3566160" cy="4846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097280"/>
            <a:ext cx="356616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长期愿景（2028年）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2104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微软雅黑" panose="020B0503020204020204" charset="-122"/>
              </a:rPr>
              <a:t>✓ 成为国内领先的AI教育平台</a:t>
            </a:r>
            <a:endParaRPr sz="13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微软雅黑" panose="020B0503020204020204" charset="-122"/>
              </a:rPr>
              <a:t>✓ 拓展职业教育市场</a:t>
            </a:r>
            <a:endParaRPr sz="13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21040" y="374903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微软雅黑" panose="020B0503020204020204" charset="-122"/>
              </a:rPr>
              <a:t>✓ 探索国际化发展路径</a:t>
            </a:r>
            <a:endParaRPr sz="1300" b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微软雅黑" panose="020B0503020204020204" charset="-122"/>
              </a:rPr>
              <a:t>我们的愿景：让每个学生都能享受到公平而优质的教育资源</a:t>
            </a:r>
            <a:endParaRPr sz="18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676656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微软雅黑" panose="020B0503020204020204" charset="-122"/>
              </a:rPr>
              <a:t>感谢聆听</a:t>
            </a:r>
            <a:endParaRPr sz="5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93C5FD"/>
                </a:solidFill>
                <a:latin typeface="微软雅黑" panose="020B0503020204020204" charset="-122"/>
              </a:rPr>
              <a:t>THANK YOU</a:t>
            </a:r>
            <a:endParaRPr sz="2800" b="0">
              <a:solidFill>
                <a:srgbClr val="93C5FD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微软雅黑" panose="020B0503020204020204" charset="-122"/>
              </a:rPr>
              <a:t>期待与您深入交流与合作</a:t>
            </a:r>
            <a:endParaRPr sz="2000" b="0">
              <a:solidFill>
                <a:srgbClr val="BFDBF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  <a:latin typeface="微软雅黑" panose="020B0503020204020204" charset="-122"/>
              </a:rPr>
              <a:t>第十七届全国大学生服务外包创新创业大赛 · A04多模态AI互动式教学智能体</a:t>
            </a:r>
            <a:endParaRPr sz="1400" b="0">
              <a:solidFill>
                <a:srgbClr val="93C5F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2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3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4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5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6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7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8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9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10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11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ags/tag12.xml><?xml version="1.0" encoding="utf-8"?>
<p:tagLst xmlns:p="http://schemas.openxmlformats.org/presentationml/2006/main">
  <p:tag name="KSO_WM_DIAGRAM_VIRTUALLY_FRAME" val="{&quot;height&quot;:324,&quot;left&quot;:36,&quot;top&quot;:144,&quot;width&quot;:84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2750</Words>
  <Application>WPS 演示</Application>
  <PresentationFormat>On-screen Show (4:3)</PresentationFormat>
  <Paragraphs>442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d8k8lt83</cp:lastModifiedBy>
  <cp:revision>2</cp:revision>
  <dcterms:created xsi:type="dcterms:W3CDTF">2013-01-27T09:14:00Z</dcterms:created>
  <dcterms:modified xsi:type="dcterms:W3CDTF">2026-04-21T13:34:03Z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6C239018924D45AD92645E09101C70F0_12</vt:lpwstr>
  </property>
</Properties>
</file>